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028090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457200"/>
            <a:ext cx="2286000" cy="2286000"/>
          </a:xfrm>
          <a:prstGeom prst="ellipse">
            <a:avLst/>
          </a:prstGeom>
          <a:solidFill>
            <a:srgbClr val="00A896">
              <a:alpha val="9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463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Invoice Auditor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31520" y="22860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AI-Powered Multilingual Invoice Validation System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1520" y="2926080"/>
            <a:ext cx="1828800" cy="36576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73552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32004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invoices (PDF, DOCX, PNG) in multiple languages require manual extraction and translation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776472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8720" y="37033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Line-item discrepancies against ERP go undetected until late-stage financial reconciliation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279392"/>
            <a:ext cx="292608" cy="2926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88720" y="42062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autonomous pipeline exists to validate, audit, and report on invoices end-to-end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731520" y="4663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Azure OpenAI / Gemini   |   Orchestration: LangGraph   |   MCP: FastMCP   |   UI: Streamlit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 &amp; Agent–Tool Mapping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430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0515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— Live Audit  |  Human Review (HITL)  |  RAG Q&amp;A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43400" y="1600200"/>
            <a:ext cx="228600" cy="228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1874520"/>
            <a:ext cx="8229600" cy="50292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96596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18745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Application — /erp/* (Mock ERP)   /invoice/* (Pipeline)   /rag/* (Q&amp;A)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343400" y="2423160"/>
            <a:ext cx="228600" cy="22860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788920"/>
            <a:ext cx="320040" cy="32004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05840" y="2697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FastMCP Server — 10 Tools: Watcher | Harvester | LangBridge | Validator | Reporter | Indexer | Retriever | Ranker | Synthesizer</a:t>
            </a:r>
            <a:endParaRPr lang="en-US" sz="1050" dirty="0"/>
          </a:p>
        </p:txBody>
      </p:sp>
      <p:sp>
        <p:nvSpPr>
          <p:cNvPr id="15" name="Shape 8"/>
          <p:cNvSpPr/>
          <p:nvPr/>
        </p:nvSpPr>
        <p:spPr>
          <a:xfrm>
            <a:off x="457200" y="3429000"/>
            <a:ext cx="38404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9"/>
          <p:cNvSpPr/>
          <p:nvPr/>
        </p:nvSpPr>
        <p:spPr>
          <a:xfrm>
            <a:off x="457200" y="3429000"/>
            <a:ext cx="73152" cy="1417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0"/>
          <p:cNvSpPr/>
          <p:nvPr/>
        </p:nvSpPr>
        <p:spPr>
          <a:xfrm>
            <a:off x="685800" y="3474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Graph (LangGraph)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685800" y="37947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monitor → extract → translate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data_validate → biz_validate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report → index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4846320" y="3429000"/>
            <a:ext cx="38404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3"/>
          <p:cNvSpPr/>
          <p:nvPr/>
        </p:nvSpPr>
        <p:spPr>
          <a:xfrm>
            <a:off x="4846320" y="3429000"/>
            <a:ext cx="73152" cy="14173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1" name="Text 14"/>
          <p:cNvSpPr/>
          <p:nvPr/>
        </p:nvSpPr>
        <p:spPr>
          <a:xfrm>
            <a:off x="5074920" y="3474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Graph (LangGraph)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5074920" y="37947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 → augment (rerank)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generate → reflect (Triad)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respond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solidFill>
            <a:srgbClr val="F59E0B">
              <a:alpha val="85000"/>
            </a:srgbClr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4663440"/>
            <a:ext cx="256032" cy="25603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60120" y="461772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Observability — All agent nodes + LLM calls traced automatically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 Pipeline Workflow &amp; Validation Logic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133856" cy="123444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" y="146304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719072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incoming/ for invoice + meta pairs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389888" y="14173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499616" y="1051560"/>
            <a:ext cx="1133856" cy="123444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545336" y="1097280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545336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72768" y="146304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72768" y="1719072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PDF/DOCX/PNG → structured fields (Pydantic v2)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615184" y="14173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724912" y="1051560"/>
            <a:ext cx="1133856" cy="123444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70632" y="1097280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2770632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98064" y="146304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Translate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98064" y="1719072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Non-English → English with confidence score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840480" y="14173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950208" y="1051560"/>
            <a:ext cx="1133856" cy="123444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995928" y="1097280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3995928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023360" y="146304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Validate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023360" y="1719072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rules.yaml: required fields, types, currencies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065776" y="14173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175504" y="1051560"/>
            <a:ext cx="1133856" cy="123444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221224" y="1097280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5221224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48656" y="146304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Biz Validate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48656" y="1719072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lookup: price, qty, tax tolerance checks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291072" y="14173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00800" y="1051560"/>
            <a:ext cx="1133856" cy="123444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46520" y="1097280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6446520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73952" y="146304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73952" y="1719072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HTML audit report per invoice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516368" y="14173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626096" y="1051560"/>
            <a:ext cx="1133856" cy="123444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671816" y="1097280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7671816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699248" y="146304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Index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699248" y="1719072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&amp; embed into ChromaDB for RAG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57200" y="2606040"/>
            <a:ext cx="3931920" cy="2240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57200" y="2606040"/>
            <a:ext cx="3931920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7" name="Text 45"/>
          <p:cNvSpPr/>
          <p:nvPr/>
        </p:nvSpPr>
        <p:spPr>
          <a:xfrm>
            <a:off x="594360" y="26243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Validation (rules.yaml)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40080" y="310896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header fields: invoice_no, date, PO,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vendor_id, currency, total_amount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Line-item completeness (item_code, qty, price)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checks + currency whitelist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Arithmetic: qty × unit_price ≈ line total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field → flag  |  Bad currency → reject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54880" y="2606040"/>
            <a:ext cx="3931920" cy="2240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54880" y="2606040"/>
            <a:ext cx="3931920" cy="384048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51" name="Text 49"/>
          <p:cNvSpPr/>
          <p:nvPr/>
        </p:nvSpPr>
        <p:spPr>
          <a:xfrm>
            <a:off x="4892040" y="26243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Validation (ERP Lookup)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937760" y="310896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ERP calls: GET /erp/vendor, /erp/po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Per-line comparison: invoice vs. PO line items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 thresholds from rules.yaml: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Price ±5%  |  Qty ±0%  |  Tax ±2%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Auto-approve: 0 discrepancies + confidence ≥ 0.95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Discrepancy / low confidence → manual_review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Pipeline  |  HITL Workflow  |  Guardrails  |  Observability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8463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73152" cy="192024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4300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1155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Pipeline — 5 Agents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1508760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Agent → ChromaDB semantic search (top-10)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Agent → LLM-based reranking (top-3 with scores)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Agent → Grounded answer from context only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Agent → RAG Triad: Context Rel., Groundedness, Answer Rel.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scores ≥ 0.7 → pass  |  Fail → re-prompt (max 1 retry)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1051560"/>
            <a:ext cx="31089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77840" y="1051560"/>
            <a:ext cx="73152" cy="1920240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14300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172200" y="11155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Human-in-the-Loop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806440" y="150876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interrupt() pauses at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biz_validate when discrepancies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 tolerance thresholds.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can Approve / Reject / Edit.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 re-enter at data_validate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skips extraction &amp; translation.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3246120"/>
            <a:ext cx="41148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3246120"/>
            <a:ext cx="73152" cy="16002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19272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51560" y="32918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RAI Guardrails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85800" y="365760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Prompt injection sanitisation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Pydantic schema enforcement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Translation confidence gate (&lt; 0.70 → review)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RAG Triad blocks low-quality answers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PII masking in reports (phone, IBAN)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846320" y="3246120"/>
            <a:ext cx="38404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46320" y="3246120"/>
            <a:ext cx="73152" cy="160020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319272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40680" y="32918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LangFuse Observability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074920" y="365760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CallbackHandler across both graphs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node: start/end time, input, output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LLM call: tokens, latency, cost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calls + errors + retries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end-to-end trace per invoice run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28090">
              <a:alpha val="8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Plan, Rubric Coverage &amp; Next Steps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 Scenarios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Clean invoice auto-approved end-to-end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Malformed invoice flagged by data validation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Discrepancy invoice → HITL review → resume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RAG Q&amp;A with Triad scores visible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LangFuse trace for the full run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960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Rubric Coverage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325880"/>
          <a:ext cx="38404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9144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 Completeness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&amp; Agentic Integration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&amp; Human-in-the-Loop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Quality &amp; Modularity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Agile Methodology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3337560"/>
            <a:ext cx="7863840" cy="36576"/>
          </a:xfrm>
          <a:prstGeom prst="rect">
            <a:avLst/>
          </a:prstGeom>
          <a:solidFill>
            <a:srgbClr val="028090">
              <a:alpha val="5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3520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4-Phase Build Order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3931920"/>
            <a:ext cx="1993392" cy="91440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48640" y="39776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60120" y="397764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429768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models, ERP mock, completeness tool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560320" y="3931920"/>
            <a:ext cx="1993392" cy="91440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651760" y="39776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063240" y="397764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651760" y="429768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PDF/DOCX/PNG harvest, translation, hallucination check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663440" y="3931920"/>
            <a:ext cx="1993392" cy="91440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754880" y="39776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166360" y="397764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754880" y="429768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pipeline, MCP, interrupt(), HTML reports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766560" y="3931920"/>
            <a:ext cx="1993392" cy="91440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858000" y="39776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269480" y="397764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+ Polish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858000" y="429768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pipeline, HITL UI, LangFuse, guardrails, demo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Invoice Auditor — Solution Design v1.0</dc:title>
  <dc:subject>PptxGenJS Presentation</dc:subject>
  <dc:creator>Sharath</dc:creator>
  <cp:lastModifiedBy>Sharath</cp:lastModifiedBy>
  <cp:revision>1</cp:revision>
  <dcterms:created xsi:type="dcterms:W3CDTF">2026-03-16T09:40:23Z</dcterms:created>
  <dcterms:modified xsi:type="dcterms:W3CDTF">2026-03-16T09:40:23Z</dcterms:modified>
</cp:coreProperties>
</file>